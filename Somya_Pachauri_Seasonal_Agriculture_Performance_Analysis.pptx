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000" y="3583914"/>
            <a:ext cx="5200000" cy="950000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 algn="l"/>
            <a:r>
              <a:rPr lang="en-US" b="0" dirty="0" sz="1600">
                <a:solidFill>
                  <a:schemeClr val="tx1"/>
                </a:solidFill>
              </a:rPr>
              <a:t>Somya Pachauri</a:t>
            </a:r>
            <a:endParaRPr lang="en-IN" b="0" dirty="0">
              <a:solidFill>
                <a:schemeClr val="tx1"/>
              </a:solidFill>
            </a:endParaRPr>
          </a:p>
          <a:p>
            <a:pPr algn="l"/>
            <a:r>
              <a:rPr lang="en-US" b="0" dirty="0" sz="1500">
                <a:solidFill>
                  <a:schemeClr val="tx1"/>
                </a:solidFill>
              </a:rPr>
              <a:t>Dronacharya Group Of Institution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r>
              <a:rPr lang="en-GB" sz="2800" dirty="0" b="1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60000" y="4576469"/>
            <a:ext cx="60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 sz="1200"/>
              <a:t>AICTE STU ID : STU6a17d3fc107231779946492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r>
              <a:rPr sz="2000"/>
              <a:t>Agricultural activities are influenced by seasonal variations in environmental conditions, farming practices, resource availability, and market conditions — causing performance to differ from one season to another.</a:t>
            </a:r>
          </a:p>
          <a:p>
            <a:pPr>
              <a:spcBef>
                <a:spcPts val="1600"/>
              </a:spcBef>
            </a:pPr>
            <a:r>
              <a:rPr sz="2000"/>
              <a:t>This project analyzes the given agricultural dataset to investigate seasonal differences in performance by identifying meaningful patterns, trends, relationships, and variations within the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1359" y="1900000"/>
            <a:ext cx="106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</a:rPr>
              <a:t>•  This project analyzes a dataset of 4,000 farm records across 8 Indian states, covering three farming seasons — Kharif, Rabi, and Zaid.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</a:rPr>
              <a:t>•  The analysis explores yield, profit, water usage, and environmental factors to understand how agricultural performance varies by season.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</a:rPr>
              <a:t>•  It involves data cleaning, exploratory data analysis, visualization, and statistical testing (ANOVA) using Python.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</a:rPr>
              <a:t>•  The project concludes with evidence-based recommendations to support better seasonal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wrap="square">
            <a:normAutofit/>
          </a:bodyPr>
          <a:lstStyle/>
          <a:p>
            <a:r>
              <a:rPr sz="2000"/>
              <a:t>Farmers planning seasonal crop selection</a:t>
            </a:r>
          </a:p>
          <a:p>
            <a:r>
              <a:rPr sz="2000"/>
              <a:t>Agricultural planners and government departments</a:t>
            </a:r>
          </a:p>
          <a:p>
            <a:r>
              <a:rPr sz="2000"/>
              <a:t>Agri-business companies and input suppliers</a:t>
            </a:r>
          </a:p>
          <a:p>
            <a:r>
              <a:rPr sz="2000"/>
              <a:t>Policy makers designing seasonal agriculture schemes</a:t>
            </a:r>
          </a:p>
          <a:p>
            <a:r>
              <a:rPr sz="2000"/>
              <a:t>Researchers studying seasonal farming trends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 wrap="square"/>
          <a:lstStyle/>
          <a:p>
            <a:r>
              <a:rPr sz="2000"/>
              <a:t>Python</a:t>
            </a:r>
          </a:p>
          <a:p>
            <a:r>
              <a:rPr sz="2000"/>
              <a:t>Pandas &amp; NumPy (data cleaning and analysis)</a:t>
            </a:r>
          </a:p>
          <a:p>
            <a:r>
              <a:rPr sz="2000"/>
              <a:t>Matplotlib &amp; Seaborn (data visualization)</a:t>
            </a:r>
          </a:p>
          <a:p>
            <a:r>
              <a:rPr sz="2000"/>
              <a:t>SciPy (statistical testing — ANOVA)</a:t>
            </a:r>
          </a:p>
          <a:p>
            <a:r>
              <a:rPr sz="2000"/>
              <a:t>Jupyter Notebook / Google Colab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10800000" cy="477520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 marL="0" indent="0">
              <a:buNone/>
            </a:pPr>
            <a:r>
              <a:rPr lang="en-US" dirty="0" sz="1800" b="1"/>
              <a:t>Data Loading &amp; Initial Exploration</a:t>
            </a:r>
            <a:endParaRPr lang="en-IN" dirty="0"/>
          </a:p>
        </p:txBody>
      </p:sp>
      <p:pic>
        <p:nvPicPr>
          <p:cNvPr id="31" name="Picture 30" descr="01_data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2808727"/>
            <a:ext cx="10792000" cy="258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10800000" cy="477520"/>
          </a:xfrm>
        </p:spPr>
        <p:txBody>
          <a:bodyPr wrap="square"/>
          <a:lstStyle/>
          <a:p>
            <a:pPr marL="0" indent="0">
              <a:buNone/>
            </a:pPr>
            <a:r>
              <a:rPr lang="en-US" dirty="0" sz="1800" b="1"/>
              <a:t>Data Cleaning Summary (Missing Values &amp; Duplicates)</a:t>
            </a:r>
            <a:endParaRPr lang="en-IN" dirty="0"/>
          </a:p>
        </p:txBody>
      </p:sp>
      <p:pic>
        <p:nvPicPr>
          <p:cNvPr id="31" name="Picture 30" descr="02_cleaning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2580875"/>
            <a:ext cx="10792000" cy="30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10800000" cy="477520"/>
          </a:xfrm>
        </p:spPr>
        <p:txBody>
          <a:bodyPr wrap="square"/>
          <a:lstStyle/>
          <a:p>
            <a:pPr marL="0" indent="0">
              <a:buNone/>
            </a:pPr>
            <a:r>
              <a:rPr lang="en-US" dirty="0" sz="1800" b="1"/>
              <a:t>Season-wise Performance Summary</a:t>
            </a:r>
            <a:endParaRPr lang="en-IN" dirty="0"/>
          </a:p>
        </p:txBody>
      </p:sp>
      <p:pic>
        <p:nvPicPr>
          <p:cNvPr id="31" name="Picture 30" descr="03_season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2909294"/>
            <a:ext cx="10792000" cy="238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10800000" cy="477520"/>
          </a:xfrm>
        </p:spPr>
        <p:txBody>
          <a:bodyPr wrap="square"/>
          <a:lstStyle/>
          <a:p>
            <a:pPr marL="0" indent="0">
              <a:buNone/>
            </a:pPr>
            <a:r>
              <a:rPr lang="en-US" dirty="0" sz="1800" b="1"/>
              <a:t>Yield &amp; Profit Distribution by Season</a:t>
            </a:r>
            <a:endParaRPr lang="en-IN" dirty="0"/>
          </a:p>
        </p:txBody>
      </p:sp>
      <p:pic>
        <p:nvPicPr>
          <p:cNvPr id="31" name="Picture 30" descr="04_yield_profit_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84" y="1950000"/>
            <a:ext cx="10414231" cy="4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10800000" cy="477520"/>
          </a:xfrm>
        </p:spPr>
        <p:txBody>
          <a:bodyPr wrap="square"/>
          <a:lstStyle/>
          <a:p>
            <a:pPr marL="0" indent="0">
              <a:buNone/>
            </a:pPr>
            <a:r>
              <a:rPr lang="en-US" dirty="0" sz="1600" b="1"/>
              <a:t>Correlation Heatmap, Zaid Crop Profitability &amp; ANOVA Test Results</a:t>
            </a:r>
            <a:endParaRPr lang="en-IN" dirty="0"/>
          </a:p>
        </p:txBody>
      </p:sp>
      <p:pic>
        <p:nvPicPr>
          <p:cNvPr id="31" name="Picture 30" descr="05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00" y="1959917"/>
            <a:ext cx="5600000" cy="4380165"/>
          </a:xfrm>
          <a:prstGeom prst="rect">
            <a:avLst/>
          </a:prstGeom>
        </p:spPr>
      </p:pic>
      <p:pic>
        <p:nvPicPr>
          <p:cNvPr id="32" name="Picture 31" descr="06_zaid_crop_pro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183" y="1900000"/>
            <a:ext cx="4359634" cy="2350000"/>
          </a:xfrm>
          <a:prstGeom prst="rect">
            <a:avLst/>
          </a:prstGeom>
        </p:spPr>
      </p:pic>
      <p:pic>
        <p:nvPicPr>
          <p:cNvPr id="33" name="Picture 32" descr="07_anova_resul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000" y="4497047"/>
            <a:ext cx="5600000" cy="175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650000" y="1900000"/>
            <a:ext cx="5500000" cy="4000000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sz="1700"/>
              <a:t>•  Predictive modeling to forecast profit and yield for upcoming seasons using machine learning.</a:t>
            </a:r>
          </a:p>
          <a:p>
            <a:pPr>
              <a:spcAft>
                <a:spcPts val="1000"/>
              </a:spcAft>
            </a:pPr>
            <a:r>
              <a:rPr sz="1700"/>
              <a:t>•  Crop recommendation system suggesting the most profitable crop for each season and region.</a:t>
            </a:r>
          </a:p>
          <a:p>
            <a:pPr>
              <a:spcAft>
                <a:spcPts val="1000"/>
              </a:spcAft>
            </a:pPr>
            <a:r>
              <a:rPr sz="1700"/>
              <a:t>•  Integration of real-time weather and soil sensor data for dynamic, up-to-date insights.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6300000" y="1900000"/>
            <a:ext cx="5500000" cy="4000000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sz="1700"/>
              <a:t>•  Expansion of the dataset to cover more states, crops, and multiple years for stronger trend analysis.</a:t>
            </a:r>
          </a:p>
          <a:p>
            <a:pPr>
              <a:spcAft>
                <a:spcPts val="1000"/>
              </a:spcAft>
            </a:pPr>
            <a:r>
              <a:rPr sz="1700"/>
              <a:t>•  Market price forecasting to help farmers time their sales for maximum revenue.</a:t>
            </a:r>
          </a:p>
          <a:p>
            <a:pPr>
              <a:spcAft>
                <a:spcPts val="1000"/>
              </a:spcAft>
            </a:pPr>
            <a:r>
              <a:rPr sz="1700"/>
              <a:t>•  An interactive dashboard for farmers and policymakers to explore seasonal insights easily.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4000000" cy="666078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b="1"/>
              <a:t>GitHub Repository: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700000" y="2200000"/>
            <a:ext cx="9000000" cy="666078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/>
              <a:t>https://github.com/Somya1231code/Seasonal_Agriculture_Performance_Analysis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4" name="Picture 23" descr="certificat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924" y="1500000"/>
            <a:ext cx="7212152" cy="51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00000"/>
            <a:ext cx="12192000" cy="1200000"/>
          </a:xfrm>
          <a:prstGeom prst="rect">
            <a:avLst/>
          </a:prstGeom>
        </p:spPr>
        <p:txBody>
          <a:bodyPr anchor="ctr" wrap="square">
            <a:normAutofit fontScale="90000"/>
          </a:bodyPr>
          <a:lstStyle/>
          <a:p>
            <a:pPr algn="ctr"/>
            <a:r>
              <a:rPr lang="en-US" sz="4000" b="1" dirty="0">
                <a:solidFill>
                  <a:srgbClr val="1F4E79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556</TotalTime>
  <Words>71</Words>
  <Application>Microsoft Office PowerPoint</Application>
  <PresentationFormat>Widescreen</PresentationFormat>
  <Paragraphs>18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97</cp:revision>
  <dcterms:created xsi:type="dcterms:W3CDTF">2021-07-11T13:13:15Z</dcterms:created>
  <dcterms:modified xsi:type="dcterms:W3CDTF">2026-09-02T10:35:59Z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